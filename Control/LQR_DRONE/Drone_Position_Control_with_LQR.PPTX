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64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97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027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563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81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2020-04-21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02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2020-04-21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075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2020-04-21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896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29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28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805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413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2FF8A-7448-4458-B9AA-F18B3BEA7930}" type="datetimeFigureOut">
              <a:rPr lang="ko-KR" altLang="en-US" smtClean="0"/>
              <a:t>2020-04-21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74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hbkdk83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45" y="1506270"/>
            <a:ext cx="3975233" cy="252654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23" y="4032813"/>
            <a:ext cx="2860077" cy="2367985"/>
          </a:xfrm>
          <a:prstGeom prst="rect">
            <a:avLst/>
          </a:prstGeom>
        </p:spPr>
      </p:pic>
      <p:pic>
        <p:nvPicPr>
          <p:cNvPr id="1026" name="Picture 2" descr="Parrot Mambo Fl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116" y="2637323"/>
            <a:ext cx="5436002" cy="3388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오른쪽 화살표 5"/>
          <p:cNvSpPr/>
          <p:nvPr/>
        </p:nvSpPr>
        <p:spPr>
          <a:xfrm rot="2095579">
            <a:off x="4864703" y="2733576"/>
            <a:ext cx="1501541" cy="15592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870383" y="3012708"/>
            <a:ext cx="1328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 Code Generation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41144" y="394636"/>
            <a:ext cx="10780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MATLAB, Simulink </a:t>
            </a:r>
            <a:r>
              <a:rPr lang="ko-KR" altLang="en-US" dirty="0" err="1" smtClean="0"/>
              <a:t>드론</a:t>
            </a:r>
            <a:r>
              <a:rPr lang="ko-KR" altLang="en-US" dirty="0" smtClean="0"/>
              <a:t> 시뮬레이션 예제인 </a:t>
            </a:r>
            <a:r>
              <a:rPr lang="en-US" altLang="ko-KR" dirty="0" err="1" smtClean="0"/>
              <a:t>asbQuadcopter</a:t>
            </a:r>
            <a:r>
              <a:rPr lang="ko-KR" altLang="en-US" dirty="0" smtClean="0"/>
              <a:t>로 </a:t>
            </a:r>
            <a:r>
              <a:rPr lang="ko-KR" altLang="en-US" dirty="0" err="1" smtClean="0"/>
              <a:t>드론</a:t>
            </a:r>
            <a:r>
              <a:rPr lang="ko-KR" altLang="en-US" dirty="0" smtClean="0"/>
              <a:t> 제어</a:t>
            </a:r>
            <a:endParaRPr lang="en-US" altLang="ko-KR" dirty="0" smtClean="0"/>
          </a:p>
          <a:p>
            <a:r>
              <a:rPr lang="en-US" altLang="ko-KR" dirty="0" smtClean="0"/>
              <a:t>PARROT Mambo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C</a:t>
            </a:r>
            <a:r>
              <a:rPr lang="ko-KR" altLang="en-US" dirty="0" smtClean="0"/>
              <a:t>코드 생성하여 실제로 비행도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4086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7802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먼저 </a:t>
            </a:r>
            <a:r>
              <a:rPr lang="ko-KR" altLang="en-US" dirty="0" err="1" smtClean="0"/>
              <a:t>드론</a:t>
            </a:r>
            <a:r>
              <a:rPr lang="ko-KR" altLang="en-US" dirty="0" smtClean="0"/>
              <a:t> 모델 선정</a:t>
            </a:r>
            <a:endParaRPr lang="en-US" altLang="ko-KR" dirty="0" smtClean="0"/>
          </a:p>
          <a:p>
            <a:r>
              <a:rPr lang="ko-KR" altLang="en-US" dirty="0" smtClean="0"/>
              <a:t>논문 </a:t>
            </a:r>
            <a:r>
              <a:rPr lang="en-US" altLang="ko-KR" i="1" dirty="0" smtClean="0"/>
              <a:t>Quadrotor control: modeling, nonlinear control design, and simulation, FRANCESCO SABATINO</a:t>
            </a:r>
            <a:r>
              <a:rPr lang="ko-KR" altLang="en-US" dirty="0" smtClean="0"/>
              <a:t>에 사용된 모델 사용</a:t>
            </a:r>
            <a:endParaRPr lang="en-US" altLang="ko-KR" dirty="0" smtClean="0"/>
          </a:p>
          <a:p>
            <a:r>
              <a:rPr lang="en-US" altLang="ko-KR" dirty="0" smtClean="0"/>
              <a:t>Linearization </a:t>
            </a:r>
            <a:r>
              <a:rPr lang="ko-KR" altLang="en-US" dirty="0" smtClean="0"/>
              <a:t>하면 아래와 같다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Disturbance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d </a:t>
            </a:r>
            <a:r>
              <a:rPr lang="ko-KR" altLang="en-US" dirty="0" smtClean="0"/>
              <a:t>매트릭스 처럼 알 수 없는 외부 힘 </a:t>
            </a:r>
            <a:r>
              <a:rPr lang="en-US" altLang="ko-KR" dirty="0" smtClean="0"/>
              <a:t>6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r>
              <a:rPr lang="ko-KR" altLang="en-US" dirty="0" smtClean="0"/>
              <a:t>이대로 </a:t>
            </a:r>
            <a:r>
              <a:rPr lang="ko-KR" altLang="en-US" dirty="0" err="1" smtClean="0"/>
              <a:t>사용한건</a:t>
            </a:r>
            <a:r>
              <a:rPr lang="ko-KR" altLang="en-US" dirty="0" smtClean="0"/>
              <a:t> 아니고 </a:t>
            </a:r>
            <a:r>
              <a:rPr lang="en-US" altLang="ko-KR" dirty="0" smtClean="0"/>
              <a:t>disturbance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로 추가하여 </a:t>
            </a:r>
            <a:r>
              <a:rPr lang="en-US" altLang="ko-KR" dirty="0" smtClean="0"/>
              <a:t>augmented matrix</a:t>
            </a:r>
            <a:r>
              <a:rPr lang="ko-KR" altLang="en-US" dirty="0" smtClean="0"/>
              <a:t>로 만듦</a:t>
            </a:r>
            <a:endParaRPr lang="en-US" altLang="ko-KR" dirty="0" smtClean="0"/>
          </a:p>
          <a:p>
            <a:r>
              <a:rPr lang="ko-KR" altLang="en-US" dirty="0" smtClean="0"/>
              <a:t>측정되는 신호는 </a:t>
            </a:r>
            <a:r>
              <a:rPr lang="en-US" altLang="ko-KR" dirty="0" smtClean="0"/>
              <a:t>roll, pitch, yaw, x, y, z</a:t>
            </a:r>
            <a:r>
              <a:rPr lang="ko-KR" altLang="en-US" dirty="0" smtClean="0"/>
              <a:t>로 하여 </a:t>
            </a:r>
            <a:r>
              <a:rPr lang="en-US" altLang="ko-KR" dirty="0" smtClean="0"/>
              <a:t>C matrix </a:t>
            </a:r>
            <a:r>
              <a:rPr lang="ko-KR" altLang="en-US" dirty="0" smtClean="0"/>
              <a:t>구정</a:t>
            </a:r>
            <a:endParaRPr lang="en-US" altLang="ko-KR" dirty="0" smtClean="0"/>
          </a:p>
          <a:p>
            <a:r>
              <a:rPr lang="ko-KR" altLang="en-US" dirty="0" smtClean="0"/>
              <a:t>그리고 </a:t>
            </a:r>
            <a:r>
              <a:rPr lang="en-US" altLang="ko-KR" dirty="0" smtClean="0"/>
              <a:t>Discretization. </a:t>
            </a:r>
            <a:r>
              <a:rPr lang="ko-KR" altLang="en-US" dirty="0" err="1" smtClean="0"/>
              <a:t>자세한건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LQR.m</a:t>
            </a:r>
            <a:r>
              <a:rPr lang="en-US" altLang="ko-KR" dirty="0" smtClean="0"/>
              <a:t> </a:t>
            </a:r>
            <a:r>
              <a:rPr lang="ko-KR" altLang="en-US" dirty="0" smtClean="0"/>
              <a:t>참고</a:t>
            </a:r>
            <a:endParaRPr lang="en-US" altLang="ko-KR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46" y="3005479"/>
            <a:ext cx="4421104" cy="254277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818" y="3035998"/>
            <a:ext cx="2889783" cy="248173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740" y="3136915"/>
            <a:ext cx="3104937" cy="223746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013" y="5548253"/>
            <a:ext cx="3351996" cy="62849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818" y="5786227"/>
            <a:ext cx="222885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92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780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State space model </a:t>
            </a:r>
            <a:r>
              <a:rPr lang="ko-KR" altLang="en-US" dirty="0" smtClean="0"/>
              <a:t>만들었으면 </a:t>
            </a:r>
            <a:r>
              <a:rPr lang="en-US" altLang="ko-KR" dirty="0" smtClean="0"/>
              <a:t>observer </a:t>
            </a:r>
            <a:r>
              <a:rPr lang="ko-KR" altLang="en-US" dirty="0" smtClean="0"/>
              <a:t>설계</a:t>
            </a:r>
            <a:endParaRPr lang="en-US" altLang="ko-KR" dirty="0" smtClean="0"/>
          </a:p>
          <a:p>
            <a:r>
              <a:rPr lang="en-US" altLang="ko-KR" dirty="0" smtClean="0"/>
              <a:t>Observer</a:t>
            </a:r>
            <a:r>
              <a:rPr lang="ko-KR" altLang="en-US" dirty="0" smtClean="0"/>
              <a:t>에 사용된 모델은 </a:t>
            </a:r>
            <a:r>
              <a:rPr lang="en-US" altLang="ko-KR" dirty="0" err="1" smtClean="0"/>
              <a:t>disturbanc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Augmented </a:t>
            </a:r>
            <a:r>
              <a:rPr lang="ko-KR" altLang="en-US" dirty="0" smtClean="0"/>
              <a:t>시켜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18</a:t>
            </a:r>
            <a:r>
              <a:rPr lang="ko-KR" altLang="en-US" dirty="0" smtClean="0"/>
              <a:t>개인 모델 사용</a:t>
            </a:r>
            <a:endParaRPr lang="en-US" altLang="ko-KR" dirty="0" smtClean="0"/>
          </a:p>
          <a:p>
            <a:r>
              <a:rPr lang="en-US" altLang="ko-KR" dirty="0" err="1" smtClean="0"/>
              <a:t>Kalmanfilter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사용하여 </a:t>
            </a:r>
            <a:r>
              <a:rPr lang="en-US" altLang="ko-KR" dirty="0" smtClean="0"/>
              <a:t>state estimation </a:t>
            </a:r>
            <a:r>
              <a:rPr lang="ko-KR" altLang="en-US" dirty="0" smtClean="0"/>
              <a:t>함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457200" y="1412517"/>
            <a:ext cx="40430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Ac = [0 0 0 1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1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1 0 0 0 0 0 0 0 0 0 0 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0 0 0 0 0 0 0 0 0 0 0 0 0 0 0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</a:t>
            </a:r>
            <a:r>
              <a:rPr lang="en-US" altLang="ko-KR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Ixx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0 0 0 0 0 0 0 0 0 0 0 0 0 0 0 0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</a:t>
            </a:r>
            <a:r>
              <a:rPr lang="en-US" altLang="ko-KR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Iyy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0 0 0 0 0 0 0 0 0 0 0 0 0 0 0 0 0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</a:t>
            </a:r>
            <a:r>
              <a:rPr lang="en-US" altLang="ko-KR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Izz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0 -g 0 0 0 0 0 0 0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1/mass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g 0 0 0 0 0 0 0 0 0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1/mass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0 0 0 0 0 0 0 0 0 0 0 0 0 0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1/mass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1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1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1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0 0 0 0 0 0 0];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056099" y="1417575"/>
            <a:ext cx="151503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Bc = [0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</a:t>
            </a:r>
            <a:r>
              <a:rPr lang="en-US" altLang="ko-KR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Ixx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</a:t>
            </a:r>
            <a:r>
              <a:rPr lang="en-US" altLang="ko-KR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Iyy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</a:t>
            </a:r>
            <a:r>
              <a:rPr lang="en-US" altLang="ko-KR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Izz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-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1/mass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0];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888376" y="1412517"/>
            <a:ext cx="395343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Cc = [1 0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1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1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1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1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1 0 0 0 0 0 0];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145" y="4570676"/>
            <a:ext cx="1078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위의 </a:t>
            </a:r>
            <a:r>
              <a:rPr lang="en-US" altLang="ko-KR" dirty="0" smtClean="0"/>
              <a:t>Continuous model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discretization </a:t>
            </a:r>
            <a:r>
              <a:rPr lang="ko-KR" altLang="en-US" dirty="0" smtClean="0"/>
              <a:t>함</a:t>
            </a:r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741145" y="501129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Dc = 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csys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ss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(Ac,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Bc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 Cc, Dc);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dsys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= c2d(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csys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Ts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8924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471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Simulink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Kalman</a:t>
            </a:r>
            <a:r>
              <a:rPr lang="en-US" altLang="ko-KR" dirty="0" smtClean="0"/>
              <a:t> filter block </a:t>
            </a:r>
            <a:r>
              <a:rPr lang="ko-KR" altLang="en-US" dirty="0" smtClean="0"/>
              <a:t>사용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77" y="763968"/>
            <a:ext cx="3908727" cy="577327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199529" y="1296302"/>
            <a:ext cx="264458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Q(1,1) = 20;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Q(2,2)= 20;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Q(3,3)=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Q(7,7) 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Q(8,8) 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Q(9,9) 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Q(10,10) 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Q(11,11) 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Q(12,12) 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Q(13,13) = 200;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Q(14,14) = 200;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Q(15,15) = 1;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Q(16,16) = 0.01;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Q(17,17) = 0.01;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Q(18,18) = 0.01;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861940" y="1296302"/>
            <a:ext cx="36595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Ro 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= </a:t>
            </a:r>
            <a:r>
              <a:rPr lang="en-US" altLang="ko-K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eye(6);</a:t>
            </a:r>
            <a:endParaRPr lang="en-US" altLang="ko-KR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99529" y="394636"/>
            <a:ext cx="6659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시험하고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신호 분석해서 튜닝</a:t>
            </a:r>
            <a:endParaRPr lang="en-US" altLang="ko-KR" dirty="0" smtClean="0"/>
          </a:p>
          <a:p>
            <a:r>
              <a:rPr lang="ko-KR" altLang="en-US" dirty="0" smtClean="0"/>
              <a:t>주로 </a:t>
            </a:r>
            <a:r>
              <a:rPr lang="en-US" altLang="ko-KR" dirty="0" smtClean="0"/>
              <a:t>Roll, Pitch torque disturbance</a:t>
            </a:r>
            <a:r>
              <a:rPr lang="ko-KR" altLang="en-US" dirty="0" smtClean="0"/>
              <a:t>를 빠르게 추종하도록 튜닝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942876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제어</a:t>
            </a:r>
            <a:endParaRPr lang="en-US" altLang="ko-KR" dirty="0" smtClean="0"/>
          </a:p>
          <a:p>
            <a:r>
              <a:rPr lang="en-US" altLang="ko-KR" dirty="0" smtClean="0"/>
              <a:t>Non-zero set point</a:t>
            </a:r>
          </a:p>
          <a:p>
            <a:r>
              <a:rPr lang="en-US" altLang="ko-KR" dirty="0" smtClean="0"/>
              <a:t>Feedforward control input</a:t>
            </a:r>
            <a:r>
              <a:rPr lang="ko-KR" altLang="en-US" dirty="0" smtClean="0"/>
              <a:t>을 구하고</a:t>
            </a:r>
            <a:r>
              <a:rPr lang="en-US" altLang="ko-KR" dirty="0" smtClean="0"/>
              <a:t>,</a:t>
            </a:r>
            <a:endParaRPr lang="en-US" altLang="ko-KR" dirty="0"/>
          </a:p>
          <a:p>
            <a:r>
              <a:rPr lang="en-US" altLang="ko-KR" dirty="0" smtClean="0"/>
              <a:t>Feedback control input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LQR</a:t>
            </a:r>
            <a:r>
              <a:rPr lang="ko-KR" altLang="en-US" dirty="0" smtClean="0"/>
              <a:t>로 구해보자</a:t>
            </a:r>
            <a:endParaRPr lang="en-US" altLang="ko-KR" dirty="0" smtClean="0"/>
          </a:p>
          <a:p>
            <a:r>
              <a:rPr lang="ko-KR" altLang="en-US" dirty="0" smtClean="0"/>
              <a:t>일단 제어모델을 만든다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Observer</a:t>
            </a:r>
            <a:r>
              <a:rPr lang="ko-KR" altLang="en-US" dirty="0" smtClean="0"/>
              <a:t>모델의 </a:t>
            </a:r>
            <a:r>
              <a:rPr lang="en-US" altLang="ko-KR" dirty="0" smtClean="0"/>
              <a:t>disturbance</a:t>
            </a:r>
            <a:r>
              <a:rPr lang="ko-KR" altLang="en-US" dirty="0" smtClean="0"/>
              <a:t>가 아래와 같이 표현된다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41145" y="2353235"/>
                <a:ext cx="2702022" cy="2919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b="0" dirty="0" smtClean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2353235"/>
                <a:ext cx="2702022" cy="291939"/>
              </a:xfrm>
              <a:prstGeom prst="rect">
                <a:avLst/>
              </a:prstGeom>
              <a:blipFill rotWithShape="0">
                <a:blip r:embed="rId2"/>
                <a:stretch>
                  <a:fillRect l="-226" t="-22917" r="-4740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41145" y="2703477"/>
                <a:ext cx="12289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b="0" dirty="0" smtClean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2703477"/>
                <a:ext cx="1228926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2985" t="-19565" r="-18408" b="-28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741145" y="3236448"/>
            <a:ext cx="10930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non-zero </a:t>
            </a:r>
            <a:r>
              <a:rPr lang="en-US" altLang="ko-KR" dirty="0" smtClean="0"/>
              <a:t>set point</a:t>
            </a:r>
            <a:r>
              <a:rPr lang="ko-KR" altLang="en-US" dirty="0" smtClean="0"/>
              <a:t>에서의 </a:t>
            </a:r>
            <a:r>
              <a:rPr lang="en-US" altLang="ko-KR" dirty="0"/>
              <a:t>Steady-state</a:t>
            </a:r>
            <a:r>
              <a:rPr lang="ko-KR" altLang="en-US" dirty="0"/>
              <a:t>일 때의 </a:t>
            </a:r>
            <a:r>
              <a:rPr lang="en-US" altLang="ko-KR" dirty="0" smtClean="0"/>
              <a:t>state </a:t>
            </a:r>
            <a:r>
              <a:rPr lang="en-US" altLang="ko-KR" dirty="0" err="1" smtClean="0"/>
              <a:t>Xs</a:t>
            </a:r>
            <a:r>
              <a:rPr lang="ko-KR" altLang="en-US" dirty="0" smtClean="0"/>
              <a:t>를 구하고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그때의 </a:t>
            </a:r>
            <a:r>
              <a:rPr lang="en-US" altLang="ko-KR" dirty="0" smtClean="0"/>
              <a:t>input Us</a:t>
            </a:r>
            <a:r>
              <a:rPr lang="ko-KR" altLang="en-US" dirty="0" smtClean="0"/>
              <a:t>를 구한다</a:t>
            </a:r>
            <a:r>
              <a:rPr lang="en-US" altLang="ko-KR" dirty="0" smtClean="0"/>
              <a:t>. </a:t>
            </a:r>
            <a:endParaRPr lang="en-US" altLang="ko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41145" y="4064589"/>
                <a:ext cx="2415468" cy="2919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b="0" dirty="0" smtClean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4064589"/>
                <a:ext cx="2415468" cy="291939"/>
              </a:xfrm>
              <a:prstGeom prst="rect">
                <a:avLst/>
              </a:prstGeom>
              <a:blipFill rotWithShape="0">
                <a:blip r:embed="rId4"/>
                <a:stretch>
                  <a:fillRect l="-505" t="-25000" r="-5303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41145" y="4414831"/>
                <a:ext cx="8834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altLang="ko-KR" b="0" dirty="0" smtClean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4414831"/>
                <a:ext cx="883447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690" t="-19565" r="-26897" b="-1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오른쪽 화살표 2"/>
          <p:cNvSpPr/>
          <p:nvPr/>
        </p:nvSpPr>
        <p:spPr>
          <a:xfrm>
            <a:off x="3443167" y="4138751"/>
            <a:ext cx="457714" cy="455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187435" y="4086165"/>
                <a:ext cx="2987100" cy="5407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435" y="4086165"/>
                <a:ext cx="2987100" cy="54072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741145" y="4805189"/>
            <a:ext cx="10930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non-zero </a:t>
            </a:r>
            <a:r>
              <a:rPr lang="en-US" altLang="ko-KR" dirty="0" smtClean="0"/>
              <a:t>set point</a:t>
            </a:r>
            <a:r>
              <a:rPr lang="ko-KR" altLang="en-US" dirty="0" smtClean="0"/>
              <a:t>에서의 </a:t>
            </a:r>
            <a:r>
              <a:rPr lang="en-US" altLang="ko-KR" dirty="0"/>
              <a:t>Steady-state</a:t>
            </a:r>
            <a:r>
              <a:rPr lang="ko-KR" altLang="en-US" dirty="0"/>
              <a:t>일 때의 </a:t>
            </a:r>
            <a:r>
              <a:rPr lang="en-US" altLang="ko-KR" dirty="0" smtClean="0"/>
              <a:t>state </a:t>
            </a:r>
            <a:r>
              <a:rPr lang="en-US" altLang="ko-KR" dirty="0" err="1" smtClean="0"/>
              <a:t>Xs</a:t>
            </a:r>
            <a:r>
              <a:rPr lang="ko-KR" altLang="en-US" dirty="0" smtClean="0"/>
              <a:t>를 구하고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그때의 </a:t>
            </a:r>
            <a:r>
              <a:rPr lang="en-US" altLang="ko-KR" dirty="0" smtClean="0"/>
              <a:t>input Us</a:t>
            </a:r>
            <a:r>
              <a:rPr lang="ko-KR" altLang="en-US" dirty="0" smtClean="0"/>
              <a:t>를 구한다</a:t>
            </a:r>
            <a:r>
              <a:rPr lang="en-US" altLang="ko-KR" dirty="0" smtClean="0"/>
              <a:t>.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2712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LQR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feedback </a:t>
            </a:r>
            <a:r>
              <a:rPr lang="ko-KR" altLang="en-US" dirty="0" smtClean="0"/>
              <a:t>게인 </a:t>
            </a:r>
            <a:r>
              <a:rPr lang="en-US" altLang="ko-KR" dirty="0" smtClean="0"/>
              <a:t>K</a:t>
            </a:r>
            <a:r>
              <a:rPr lang="ko-KR" altLang="en-US" dirty="0" smtClean="0"/>
              <a:t>를 구한다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제어에 사용된 모델은 </a:t>
            </a:r>
            <a:r>
              <a:rPr lang="en-US" altLang="ko-KR" dirty="0" smtClean="0"/>
              <a:t>disturbance</a:t>
            </a:r>
            <a:r>
              <a:rPr lang="ko-KR" altLang="en-US" dirty="0" smtClean="0"/>
              <a:t>를 뺀 모델이다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Disturbance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Feedforward</a:t>
            </a:r>
            <a:r>
              <a:rPr lang="en-US" altLang="ko-KR" dirty="0" smtClean="0"/>
              <a:t> input</a:t>
            </a:r>
            <a:r>
              <a:rPr lang="ko-KR" altLang="en-US" dirty="0" smtClean="0"/>
              <a:t>인 </a:t>
            </a:r>
            <a:r>
              <a:rPr lang="en-US" altLang="ko-KR" dirty="0" smtClean="0"/>
              <a:t>Us</a:t>
            </a:r>
            <a:r>
              <a:rPr lang="ko-KR" altLang="en-US" dirty="0" smtClean="0"/>
              <a:t>에 반영된</a:t>
            </a:r>
            <a:r>
              <a:rPr lang="ko-KR" altLang="en-US" dirty="0" smtClean="0"/>
              <a:t>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90" y="1412532"/>
            <a:ext cx="4421104" cy="2542774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262" y="1443051"/>
            <a:ext cx="2889783" cy="2481735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184" y="1543968"/>
            <a:ext cx="3104937" cy="223746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22" y="4107796"/>
            <a:ext cx="2228850" cy="3905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1145" y="4757872"/>
            <a:ext cx="10930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최종 제어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은 아래와 같이 된다</a:t>
            </a:r>
            <a:r>
              <a:rPr lang="en-US" altLang="ko-KR" dirty="0" smtClean="0"/>
              <a:t>. </a:t>
            </a:r>
            <a:endParaRPr lang="en-US" altLang="ko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41145" y="5190310"/>
                <a:ext cx="22279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5190310"/>
                <a:ext cx="2227982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548" t="-19565" r="-3014" b="-36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938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제어기를 </a:t>
            </a:r>
            <a:r>
              <a:rPr lang="en-US" altLang="ko-KR" dirty="0" smtClean="0"/>
              <a:t>Simulink </a:t>
            </a:r>
            <a:r>
              <a:rPr lang="ko-KR" altLang="en-US" dirty="0" smtClean="0"/>
              <a:t>모델로 만들면</a:t>
            </a:r>
            <a:r>
              <a:rPr lang="en-US" altLang="ko-KR" dirty="0" smtClean="0"/>
              <a:t>~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35" y="1053648"/>
            <a:ext cx="10601325" cy="47339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7331978" y="1967218"/>
                <a:ext cx="2977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978" y="1967218"/>
                <a:ext cx="297710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6122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7281644" y="1447100"/>
                <a:ext cx="320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644" y="1447100"/>
                <a:ext cx="320023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5660" t="-19565" r="-49057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8867163" y="2218888"/>
                <a:ext cx="3095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7163" y="2218888"/>
                <a:ext cx="309572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6000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167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95" y="1514474"/>
            <a:ext cx="10978070" cy="4867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1145" y="394636"/>
            <a:ext cx="10930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전체 제어기는 이렇다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아래의 </a:t>
            </a:r>
            <a:r>
              <a:rPr lang="en-US" altLang="ko-KR" dirty="0" err="1" smtClean="0"/>
              <a:t>LQR_Monitoring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드론이</a:t>
            </a:r>
            <a:r>
              <a:rPr lang="ko-KR" altLang="en-US" dirty="0" smtClean="0"/>
              <a:t> 비행하는 동안 </a:t>
            </a:r>
            <a:r>
              <a:rPr lang="ko-KR" altLang="en-US" dirty="0" err="1" smtClean="0"/>
              <a:t>옵저버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제어 신호를 저장한다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4605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이제</a:t>
            </a:r>
            <a:r>
              <a:rPr lang="en-US" altLang="ko-KR" dirty="0" smtClean="0"/>
              <a:t> </a:t>
            </a:r>
            <a:r>
              <a:rPr lang="ko-KR" altLang="en-US" dirty="0" smtClean="0"/>
              <a:t>다 되었지만</a:t>
            </a:r>
            <a:r>
              <a:rPr lang="en-US" altLang="ko-KR" dirty="0" smtClean="0"/>
              <a:t>…</a:t>
            </a:r>
          </a:p>
          <a:p>
            <a:r>
              <a:rPr lang="ko-KR" altLang="en-US" dirty="0" smtClean="0"/>
              <a:t>내가 원하는 건 </a:t>
            </a:r>
            <a:r>
              <a:rPr lang="ko-KR" altLang="en-US" dirty="0" err="1" smtClean="0"/>
              <a:t>드론이</a:t>
            </a:r>
            <a:r>
              <a:rPr lang="ko-KR" altLang="en-US" dirty="0" smtClean="0"/>
              <a:t> 날아서 </a:t>
            </a:r>
            <a:r>
              <a:rPr lang="en-US" altLang="ko-KR" dirty="0" smtClean="0"/>
              <a:t>hovering</a:t>
            </a:r>
            <a:r>
              <a:rPr lang="ko-KR" altLang="en-US" dirty="0" smtClean="0"/>
              <a:t>하다가 원하는 위치로 움직이는 것</a:t>
            </a:r>
            <a:r>
              <a:rPr lang="en-US" altLang="ko-KR" dirty="0" smtClean="0"/>
              <a:t>!</a:t>
            </a:r>
          </a:p>
          <a:p>
            <a:r>
              <a:rPr lang="ko-KR" altLang="en-US" dirty="0" smtClean="0"/>
              <a:t>원하는 </a:t>
            </a:r>
            <a:r>
              <a:rPr lang="en-US" altLang="ko-KR" dirty="0" smtClean="0"/>
              <a:t>set point </a:t>
            </a:r>
            <a:r>
              <a:rPr lang="en-US" altLang="ko-KR" dirty="0" err="1" smtClean="0"/>
              <a:t>positio</a:t>
            </a:r>
            <a:r>
              <a:rPr lang="ko-KR" altLang="en-US" dirty="0" smtClean="0"/>
              <a:t>을 주기 위하여 아래 </a:t>
            </a:r>
            <a:r>
              <a:rPr lang="ko-KR" altLang="en-US" dirty="0" err="1" smtClean="0"/>
              <a:t>블락을</a:t>
            </a:r>
            <a:r>
              <a:rPr lang="ko-KR" altLang="en-US" dirty="0" smtClean="0"/>
              <a:t> 추가 하였다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X, Y, Z </a:t>
            </a:r>
            <a:r>
              <a:rPr lang="ko-KR" altLang="en-US" dirty="0" smtClean="0"/>
              <a:t>좌표를 </a:t>
            </a:r>
            <a:r>
              <a:rPr lang="ko-KR" altLang="en-US" dirty="0" err="1" smtClean="0"/>
              <a:t>맵으로</a:t>
            </a:r>
            <a:r>
              <a:rPr lang="ko-KR" altLang="en-US" dirty="0" smtClean="0"/>
              <a:t> 만든 것이다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917584"/>
            <a:ext cx="10744200" cy="39624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783435" y="2877424"/>
            <a:ext cx="1409350" cy="10318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593543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asbQuadcopter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sensor fusion</a:t>
            </a:r>
            <a:r>
              <a:rPr lang="ko-KR" altLang="en-US" dirty="0" smtClean="0"/>
              <a:t>이 생각보다 성능이 좋지 않아</a:t>
            </a:r>
            <a:endParaRPr lang="en-US" altLang="ko-KR" dirty="0" smtClean="0"/>
          </a:p>
          <a:p>
            <a:r>
              <a:rPr lang="ko-KR" altLang="en-US" dirty="0" smtClean="0"/>
              <a:t>간단하게 </a:t>
            </a:r>
            <a:r>
              <a:rPr lang="en-US" altLang="ko-KR" dirty="0" smtClean="0"/>
              <a:t>signal processing</a:t>
            </a:r>
            <a:r>
              <a:rPr lang="ko-KR" altLang="en-US" dirty="0" smtClean="0"/>
              <a:t>을 하였다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시간이 되면 </a:t>
            </a:r>
            <a:r>
              <a:rPr lang="en-US" altLang="ko-KR" dirty="0" smtClean="0"/>
              <a:t>sensor fusion</a:t>
            </a:r>
            <a:r>
              <a:rPr lang="ko-KR" altLang="en-US" dirty="0" smtClean="0"/>
              <a:t>도 직접 해볼 생각이다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17966"/>
            <a:ext cx="10744200" cy="39624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440659" y="3299166"/>
            <a:ext cx="2093491" cy="857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47" y="4602129"/>
            <a:ext cx="4024312" cy="13564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오른쪽 화살표 5"/>
          <p:cNvSpPr/>
          <p:nvPr/>
        </p:nvSpPr>
        <p:spPr>
          <a:xfrm rot="19714516">
            <a:off x="4242643" y="4053195"/>
            <a:ext cx="790575" cy="438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07770" y="5966761"/>
            <a:ext cx="4032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유효하지 않은 값이 들어왔을 때 무시</a:t>
            </a:r>
            <a:endParaRPr lang="en-US" altLang="ko-KR" dirty="0" smtClean="0"/>
          </a:p>
          <a:p>
            <a:r>
              <a:rPr lang="ko-KR" altLang="en-US" dirty="0" smtClean="0"/>
              <a:t>좋은 방법은 아니다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067" y="5105728"/>
            <a:ext cx="5030307" cy="10939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오른쪽 화살표 9"/>
          <p:cNvSpPr/>
          <p:nvPr/>
        </p:nvSpPr>
        <p:spPr>
          <a:xfrm rot="13882018">
            <a:off x="5790961" y="4446231"/>
            <a:ext cx="1486379" cy="438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408520" y="6176311"/>
            <a:ext cx="4032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엄청 간단한 디지털 </a:t>
            </a:r>
            <a:r>
              <a:rPr lang="en-US" altLang="ko-KR" dirty="0" smtClean="0"/>
              <a:t>low pass filter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11043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한가지 더 </a:t>
            </a:r>
            <a:r>
              <a:rPr lang="ko-KR" altLang="en-US" dirty="0" err="1" smtClean="0"/>
              <a:t>수정한건</a:t>
            </a:r>
            <a:endParaRPr lang="en-US" altLang="ko-KR" dirty="0" smtClean="0"/>
          </a:p>
          <a:p>
            <a:r>
              <a:rPr lang="en-US" altLang="ko-KR" dirty="0" err="1"/>
              <a:t>asbQuadcopter</a:t>
            </a:r>
            <a:r>
              <a:rPr lang="en-US" altLang="ko-KR" dirty="0"/>
              <a:t>/FCS (</a:t>
            </a:r>
            <a:r>
              <a:rPr lang="en-US" altLang="ko-KR" dirty="0" err="1"/>
              <a:t>flightControlSystem</a:t>
            </a:r>
            <a:r>
              <a:rPr lang="en-US" altLang="ko-KR" dirty="0"/>
              <a:t>)/Flight Control System/estimator (</a:t>
            </a:r>
            <a:r>
              <a:rPr lang="en-US" altLang="ko-KR" dirty="0" err="1"/>
              <a:t>stateEstimator</a:t>
            </a:r>
            <a:r>
              <a:rPr lang="en-US" altLang="ko-KR" dirty="0"/>
              <a:t>)/State </a:t>
            </a:r>
            <a:r>
              <a:rPr lang="en-US" altLang="ko-KR" dirty="0" smtClean="0"/>
              <a:t>Estimator/</a:t>
            </a:r>
            <a:r>
              <a:rPr lang="en-US" altLang="ko-KR" dirty="0" err="1" smtClean="0"/>
              <a:t>EstimatorAltitude</a:t>
            </a:r>
            <a:r>
              <a:rPr lang="ko-KR" altLang="en-US" dirty="0" smtClean="0"/>
              <a:t>에서</a:t>
            </a:r>
            <a:endParaRPr lang="en-US" altLang="ko-KR" dirty="0" smtClean="0"/>
          </a:p>
          <a:p>
            <a:r>
              <a:rPr lang="ko-KR" altLang="en-US" dirty="0" smtClean="0"/>
              <a:t>높이</a:t>
            </a:r>
            <a:r>
              <a:rPr lang="en-US" altLang="ko-KR" dirty="0" smtClean="0"/>
              <a:t>(z)</a:t>
            </a:r>
            <a:r>
              <a:rPr lang="ko-KR" altLang="en-US" dirty="0" smtClean="0"/>
              <a:t>를 적분하는 </a:t>
            </a:r>
            <a:r>
              <a:rPr lang="ko-KR" altLang="en-US" dirty="0" err="1" smtClean="0"/>
              <a:t>옵저버의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G, H matrix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default</a:t>
            </a:r>
            <a:r>
              <a:rPr lang="ko-KR" altLang="en-US" dirty="0" smtClean="0"/>
              <a:t>값으로 하였다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499112"/>
            <a:ext cx="9534525" cy="522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631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Github</a:t>
            </a:r>
            <a:r>
              <a:rPr lang="ko-KR" altLang="en-US" dirty="0" smtClean="0"/>
              <a:t>의 동영상을 보면 잘 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튜닝이 너무 힘들었다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궁금한게</a:t>
            </a:r>
            <a:r>
              <a:rPr lang="ko-KR" altLang="en-US" dirty="0" smtClean="0"/>
              <a:t> 있으면 </a:t>
            </a:r>
            <a:r>
              <a:rPr lang="en-US" altLang="ko-KR" dirty="0" smtClean="0">
                <a:hlinkClick r:id="rId2"/>
              </a:rPr>
              <a:t>hbkdk83@gmail.com</a:t>
            </a:r>
            <a:r>
              <a:rPr lang="ko-KR" altLang="en-US" dirty="0" smtClean="0"/>
              <a:t>으로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26753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1083</Words>
  <Application>Microsoft Office PowerPoint</Application>
  <PresentationFormat>와이드스크린</PresentationFormat>
  <Paragraphs>120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Cambria Math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MOON JIHYE</cp:lastModifiedBy>
  <cp:revision>38</cp:revision>
  <dcterms:created xsi:type="dcterms:W3CDTF">2020-04-18T08:51:50Z</dcterms:created>
  <dcterms:modified xsi:type="dcterms:W3CDTF">2020-04-21T14:35:02Z</dcterms:modified>
</cp:coreProperties>
</file>